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 and screenshots.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 and screenshots (Gemini reads them).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6" name="Picture 105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8" name="Picture 107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2537"/>
                <a:gridCol w="713232"/>
                <a:gridCol w="950976"/>
                <a:gridCol w="618134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https://canon-tn07.web.app  (also https://canon.tn07.dev)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
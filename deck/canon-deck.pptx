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2" r:id="rId20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jasnafde/canon" TargetMode="External"/><Relationship Id="rId6" Type="http://schemas.openxmlformats.org/officeDocument/2006/relationships/hyperlink" Target="https://canon-tn07.web.app" TargetMode="External"/><Relationship Id="rId7" Type="http://schemas.openxmlformats.org/officeDocument/2006/relationships/hyperlink" Target="https://canon.tn07.dev" TargetMode="External"/><Relationship Id="rId8" Type="http://schemas.openxmlformats.org/officeDocument/2006/relationships/hyperlink" Target="https://canon-ezvux7gqxa-el.a.run.app/health" TargetMode="External"/><Relationship Id="rId9" Type="http://schemas.openxmlformats.org/officeDocument/2006/relationships/hyperlink" Target="https://discord.gg/HwSgjmcgF5" TargetMode="External"/><Relationship Id="rId10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023360" y="2167128"/>
            <a:ext cx="4151376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20040" y="4800600"/>
            <a:ext cx="8503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F5A52"/>
                </a:solidFill>
                <a:latin typeface="Google Sans Flex"/>
              </a:rPr>
              <a:t>Early wireframes: the approved mocks the web app was built from. The live app (current numbers) is on the Snapshots slide.</a:t>
            </a:r>
          </a:p>
        </p:txBody>
      </p:sp>
      <p:pic>
        <p:nvPicPr>
          <p:cNvPr id="105" name="Picture 104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7" name="Picture 106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9" name="Picture 108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10" name="TextBox 109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618134"/>
                <a:gridCol w="1378915"/>
                <a:gridCol w="570585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5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6"/>
              </a:rPr>
              <a:t>https://canon-tn07.web.app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Same app, custom domain: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7"/>
              </a:rPr>
              <a:t>https://canon.tn07.dev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8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9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in Discord: Canon learns from a real server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1-gen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55855"/>
            <a:ext cx="2743200" cy="1340249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Threads in #general, posted as the people who wrote them</a:t>
            </a:r>
          </a:p>
        </p:txBody>
      </p:sp>
      <p:pic>
        <p:nvPicPr>
          <p:cNvPr id="138" name="Picture 137" descr="2-enginee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1733"/>
            <a:ext cx="2743200" cy="1328492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040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#engineering: the stale Friday release window, as a screenshot</a:t>
            </a:r>
          </a:p>
        </p:txBody>
      </p:sp>
      <p:pic>
        <p:nvPicPr>
          <p:cNvPr id="140" name="Picture 139" descr="3-sal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343188"/>
            <a:ext cx="2743200" cy="1565583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8076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#sales: the old USD 99 pricing page and the sales FAQ file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20040" y="3520440"/>
            <a:ext cx="85039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Synced every minute with no always-on bot: threads, files, PDFs, screenshots and voice notes. Join: discord.gg/HwSgjmcgF5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